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Pricing &amp; Engagement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has different needs — we scope flexible engagements tailored to you.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07008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5400000">
              <a:srgbClr val="80808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Website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86537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i="1" dirty="0">
                <a:solidFill>
                  <a:srgbClr val="3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3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businesses, restaurants, schools, and organizations establishing their online presence.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" y="2468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$[1,499]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285292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[3–4] weeks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3145536"/>
            <a:ext cx="3108960" cy="0"/>
          </a:xfrm>
          <a:prstGeom prst="line">
            <a:avLst/>
          </a:prstGeom>
          <a:noFill/>
          <a:ln w="12700">
            <a:solidFill>
              <a:srgbClr val="9FB6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273552"/>
            <a:ext cx="310896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10 Pages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Website Design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&amp; Tablet Responsive Design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Management System (CMS)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Blog, Events, or Announcement Pages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Portfolio, Products, or Services Showcase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SEO Setup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5852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 Support • 2 Free Revisions • Free Domain &amp; Hosting (1 Yr)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97680" y="1051560"/>
            <a:ext cx="3566160" cy="5230368"/>
          </a:xfrm>
          <a:prstGeom prst="roundRect">
            <a:avLst>
              <a:gd name="adj" fmla="val 2051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27000" dist="50800" dir="5400000">
              <a:srgbClr val="1E2761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212080" y="1216152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14" name="Text 12"/>
          <p:cNvSpPr/>
          <p:nvPr/>
        </p:nvSpPr>
        <p:spPr>
          <a:xfrm>
            <a:off x="5212080" y="1216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31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26280" y="15819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Website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26280" y="198424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and service providers ready to sell products or bookings online.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26280" y="25877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$[3,499]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26280" y="29718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[5–7] weeks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26280" y="3264408"/>
            <a:ext cx="3108960" cy="0"/>
          </a:xfrm>
          <a:prstGeom prst="line">
            <a:avLst/>
          </a:prstGeom>
          <a:noFill/>
          <a:ln w="12700">
            <a:solidFill>
              <a:srgbClr val="3E4C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26280" y="3392424"/>
            <a:ext cx="3108960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Business Website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Store Setup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 &amp; Management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Cart &amp; Checkout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Integration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Management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Integration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Sales Analytics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SEO Optimization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26280" y="589788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Months Support • 3 Free Revisions • Free Domain &amp; Hosting (1 Yr)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38160" y="1207008"/>
            <a:ext cx="3566160" cy="5029200"/>
          </a:xfrm>
          <a:prstGeom prst="roundRect">
            <a:avLst>
              <a:gd name="adj" fmla="val 2051"/>
            </a:avLst>
          </a:prstGeom>
          <a:solidFill>
            <a:srgbClr val="13173F"/>
          </a:solidFill>
          <a:ln/>
          <a:effectLst>
            <a:outerShdw sx="100000" sy="100000" kx="0" ky="0" algn="bl" rotWithShape="0" blurRad="127000" dist="50800" dir="5400000">
              <a:srgbClr val="1E2761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52560" y="1371600"/>
            <a:ext cx="1737360" cy="256032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/>
        </p:spPr>
      </p:sp>
      <p:sp>
        <p:nvSpPr>
          <p:cNvPr id="24" name="Text 22"/>
          <p:cNvSpPr/>
          <p:nvPr/>
        </p:nvSpPr>
        <p:spPr>
          <a:xfrm>
            <a:off x="9052560" y="137160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131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366760" y="17373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Web Application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8366760" y="213969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b="1" i="1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</a:t>
            </a:r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 and platforms needing custom accounts, dashboards, and integrations.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366760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$[6,999]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66760" y="312724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[8–12] weeks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66760" y="3419856"/>
            <a:ext cx="3108960" cy="0"/>
          </a:xfrm>
          <a:prstGeom prst="line">
            <a:avLst/>
          </a:prstGeom>
          <a:noFill/>
          <a:ln w="12700">
            <a:solidFill>
              <a:srgbClr val="3E4C8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66760" y="3547872"/>
            <a:ext cx="3108960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E-Commerce Website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Accounts &amp; Authentication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Dashboard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Integrations</a:t>
            </a:r>
            <a:endParaRPr lang="en-US" sz="1050" dirty="0"/>
          </a:p>
          <a:p>
            <a:pPr marL="152400" indent="-152400">
              <a:lnSpc>
                <a:spcPts val="13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 Dashboard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366760" y="58521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AB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Months Support • 4 Free Revisions • Free Domain &amp; Hosting (1 Yr)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pricing depends on: project scope • features required • timeline • maintenance needs  —  figures above are placeholders, pending your input.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2026-07-22T12:16:32Z</dcterms:created>
  <dcterms:modified xsi:type="dcterms:W3CDTF">2026-07-22T12:16:32Z</dcterms:modified>
</cp:coreProperties>
</file>