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&amp; Engagement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has different needs — we scope flexible engagements tailored to you.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Website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86537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i="1" dirty="0">
                <a:solidFill>
                  <a:srgbClr val="3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3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Startups, freelancers, and small businesses establishing their online presence.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$[999]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8529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[2–3] weeks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145536"/>
            <a:ext cx="3108960" cy="0"/>
          </a:xfrm>
          <a:prstGeom prst="line">
            <a:avLst/>
          </a:prstGeom>
          <a:noFill/>
          <a:ln w="12700">
            <a:solidFill>
              <a:srgbClr val="9FB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73552"/>
            <a:ext cx="310896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Core Pages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Website Design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Tablet Responsive Design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 Integration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SEO Setup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5852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Support • 1 Free Revision • Free Domain &amp; Hosting (1 Yr)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0" y="1051560"/>
            <a:ext cx="3566160" cy="5230368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50800" dir="5400000">
              <a:srgbClr val="1E2761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0" y="121615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216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31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1581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Website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19842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businesses, restaurants, schools, and organizations needing more functionality.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25877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$[2,499]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6280" y="29718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[4–6] weeks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3264408"/>
            <a:ext cx="3108960" cy="0"/>
          </a:xfrm>
          <a:prstGeom prst="line">
            <a:avLst/>
          </a:prstGeom>
          <a:noFill/>
          <a:ln w="12700">
            <a:solidFill>
              <a:srgbClr val="3E4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392424"/>
            <a:ext cx="310896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Basic Website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Pages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Custom Design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Management System (CMS)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Blog, Events, or Announcement Pages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Portfolio, Products, or Services Showcase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SEO Optimization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26280" y="5897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 Support • 2 Free Revisions • Free Domain &amp; Hosting (1 Yr)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38160" y="1207008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13173F"/>
          </a:solidFill>
          <a:ln/>
          <a:effectLst>
            <a:outerShdw sx="100000" sy="100000" kx="0" ky="0" algn="bl" rotWithShape="0" blurRad="127000" dist="50800" dir="5400000">
              <a:srgbClr val="1E2761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52560" y="137160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1371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31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6676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Web Application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66760" y="213969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i="1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and platforms needing e-commerce, accounts, and integrations.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66760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$[5,999]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66760" y="31272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[8–12] weeks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66760" y="3419856"/>
            <a:ext cx="3108960" cy="0"/>
          </a:xfrm>
          <a:prstGeom prst="line">
            <a:avLst/>
          </a:prstGeom>
          <a:noFill/>
          <a:ln w="12700">
            <a:solidFill>
              <a:srgbClr val="3E4C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3547872"/>
            <a:ext cx="310896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Business Website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Functionality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&amp; Authentication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66760" y="5852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 Support • 4 Free Revisions • Free Domain &amp; Hosting (1 Yr)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pricing depends on: project scope • features required • timeline • maintenance needs  —  figures above are placeholders, pending your input.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2026-07-22T12:07:26Z</dcterms:created>
  <dcterms:modified xsi:type="dcterms:W3CDTF">2026-07-22T12:07:26Z</dcterms:modified>
</cp:coreProperties>
</file>